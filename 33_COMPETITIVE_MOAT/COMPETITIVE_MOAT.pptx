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iberu-real-estate/real-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