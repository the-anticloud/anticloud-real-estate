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liberu-real-estate/real-estate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